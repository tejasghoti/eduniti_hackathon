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1026" y="248441"/>
            <a:ext cx="2463794" cy="2463794"/>
            <a:chOff x="0" y="0"/>
            <a:chExt cx="3285058" cy="32850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85109" cy="3285109"/>
            </a:xfrm>
            <a:custGeom>
              <a:avLst/>
              <a:gdLst/>
              <a:ahLst/>
              <a:cxnLst/>
              <a:rect l="l" t="t" r="r" b="b"/>
              <a:pathLst>
                <a:path w="3285109" h="3285109">
                  <a:moveTo>
                    <a:pt x="0" y="0"/>
                  </a:moveTo>
                  <a:lnTo>
                    <a:pt x="3285109" y="0"/>
                  </a:lnTo>
                  <a:lnTo>
                    <a:pt x="3285109" y="3285109"/>
                  </a:lnTo>
                  <a:lnTo>
                    <a:pt x="0" y="32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016272" y="3545101"/>
            <a:ext cx="4255446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0" y="290405"/>
            <a:ext cx="8477564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XENIA’26</a:t>
            </a:r>
          </a:p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HACKATHON</a:t>
            </a:r>
          </a:p>
          <a:p>
            <a:pPr algn="ctr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BUILD. INNOVATE. COMPETE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18079" y="5143500"/>
            <a:ext cx="10851832" cy="285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</a:t>
            </a:r>
          </a:p>
          <a:p>
            <a:pPr algn="ctr">
              <a:lnSpc>
                <a:spcPts val="575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</a:t>
            </a:r>
          </a:p>
          <a:p>
            <a:pPr algn="ctr">
              <a:lnSpc>
                <a:spcPts val="575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Domain</a:t>
            </a:r>
          </a:p>
          <a:p>
            <a:pPr algn="ctr">
              <a:lnSpc>
                <a:spcPts val="575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sp>
        <p:nvSpPr>
          <p:cNvPr id="7" name="Freeform 7"/>
          <p:cNvSpPr/>
          <p:nvPr/>
        </p:nvSpPr>
        <p:spPr>
          <a:xfrm>
            <a:off x="13903849" y="702642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1"/>
                </a:lnTo>
                <a:lnTo>
                  <a:pt x="0" y="1555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23" y="248441"/>
            <a:ext cx="1811274" cy="1811274"/>
            <a:chOff x="0" y="0"/>
            <a:chExt cx="2415032" cy="241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5032" cy="2415032"/>
            </a:xfrm>
            <a:custGeom>
              <a:avLst/>
              <a:gdLst/>
              <a:ahLst/>
              <a:cxnLst/>
              <a:rect l="l" t="t" r="r" b="b"/>
              <a:pathLst>
                <a:path w="2415032" h="2415032">
                  <a:moveTo>
                    <a:pt x="0" y="0"/>
                  </a:moveTo>
                  <a:lnTo>
                    <a:pt x="2415032" y="0"/>
                  </a:lnTo>
                  <a:lnTo>
                    <a:pt x="2415032" y="2415032"/>
                  </a:lnTo>
                  <a:lnTo>
                    <a:pt x="0" y="241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619750" y="552450"/>
            <a:ext cx="7048500" cy="1714500"/>
            <a:chOff x="0" y="0"/>
            <a:chExt cx="9398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98000" cy="2286000"/>
            </a:xfrm>
            <a:custGeom>
              <a:avLst/>
              <a:gdLst/>
              <a:ahLst/>
              <a:cxnLst/>
              <a:rect l="l" t="t" r="r" b="b"/>
              <a:pathLst>
                <a:path w="9398000" h="2286000">
                  <a:moveTo>
                    <a:pt x="0" y="0"/>
                  </a:moveTo>
                  <a:lnTo>
                    <a:pt x="9398000" y="0"/>
                  </a:lnTo>
                  <a:lnTo>
                    <a:pt x="9398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105" b="-301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3980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43940" y="3464585"/>
            <a:ext cx="16517617" cy="281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 (Concept / Prototype / Implementation)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Detailed Breakdown of the Solution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the Solution Directly Solves the Identified Problem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Innovations and Unique Differentiators</a:t>
            </a:r>
          </a:p>
        </p:txBody>
      </p:sp>
      <p:sp>
        <p:nvSpPr>
          <p:cNvPr id="8" name="Freeform 8"/>
          <p:cNvSpPr/>
          <p:nvPr/>
        </p:nvSpPr>
        <p:spPr>
          <a:xfrm>
            <a:off x="14648238" y="504323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2"/>
                </a:lnTo>
                <a:lnTo>
                  <a:pt x="0" y="155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23" y="248441"/>
            <a:ext cx="1811274" cy="1811274"/>
            <a:chOff x="0" y="0"/>
            <a:chExt cx="2415032" cy="241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5032" cy="2415032"/>
            </a:xfrm>
            <a:custGeom>
              <a:avLst/>
              <a:gdLst/>
              <a:ahLst/>
              <a:cxnLst/>
              <a:rect l="l" t="t" r="r" b="b"/>
              <a:pathLst>
                <a:path w="2415032" h="2415032">
                  <a:moveTo>
                    <a:pt x="0" y="0"/>
                  </a:moveTo>
                  <a:lnTo>
                    <a:pt x="2415032" y="0"/>
                  </a:lnTo>
                  <a:lnTo>
                    <a:pt x="2415032" y="2415032"/>
                  </a:lnTo>
                  <a:lnTo>
                    <a:pt x="0" y="241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03697" y="345224"/>
            <a:ext cx="9880597" cy="1714500"/>
            <a:chOff x="0" y="0"/>
            <a:chExt cx="13174129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74134" cy="2286000"/>
            </a:xfrm>
            <a:custGeom>
              <a:avLst/>
              <a:gdLst/>
              <a:ahLst/>
              <a:cxnLst/>
              <a:rect l="l" t="t" r="r" b="b"/>
              <a:pathLst>
                <a:path w="13174134" h="2286000">
                  <a:moveTo>
                    <a:pt x="0" y="0"/>
                  </a:moveTo>
                  <a:lnTo>
                    <a:pt x="13174134" y="0"/>
                  </a:lnTo>
                  <a:lnTo>
                    <a:pt x="1317413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291" b="-6229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317412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30150" y="3741582"/>
            <a:ext cx="13895070" cy="502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Involved</a:t>
            </a:r>
          </a:p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(Programming languages, frameworks, tools, hardware, cloud services, etc.)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 Methodology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Development workflow and architecture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 diagrams / flowcharts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Screenshots or working prototype visuals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4648238" y="504323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2"/>
                </a:lnTo>
                <a:lnTo>
                  <a:pt x="0" y="155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23" y="248441"/>
            <a:ext cx="1811274" cy="1811274"/>
            <a:chOff x="0" y="0"/>
            <a:chExt cx="2415032" cy="241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5032" cy="2415032"/>
            </a:xfrm>
            <a:custGeom>
              <a:avLst/>
              <a:gdLst/>
              <a:ahLst/>
              <a:cxnLst/>
              <a:rect l="l" t="t" r="r" b="b"/>
              <a:pathLst>
                <a:path w="2415032" h="2415032">
                  <a:moveTo>
                    <a:pt x="0" y="0"/>
                  </a:moveTo>
                  <a:lnTo>
                    <a:pt x="2415032" y="0"/>
                  </a:lnTo>
                  <a:lnTo>
                    <a:pt x="2415032" y="2415032"/>
                  </a:lnTo>
                  <a:lnTo>
                    <a:pt x="0" y="241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016253" y="296828"/>
            <a:ext cx="12255503" cy="1714500"/>
            <a:chOff x="0" y="0"/>
            <a:chExt cx="16340671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40666" cy="2286000"/>
            </a:xfrm>
            <a:custGeom>
              <a:avLst/>
              <a:gdLst/>
              <a:ahLst/>
              <a:cxnLst/>
              <a:rect l="l" t="t" r="r" b="b"/>
              <a:pathLst>
                <a:path w="16340666" h="2286000">
                  <a:moveTo>
                    <a:pt x="0" y="0"/>
                  </a:moveTo>
                  <a:lnTo>
                    <a:pt x="16340666" y="0"/>
                  </a:lnTo>
                  <a:lnTo>
                    <a:pt x="16340666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81" b="-8928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6340671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6465" y="4064746"/>
            <a:ext cx="13895070" cy="465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 Analysis</a:t>
            </a:r>
          </a:p>
          <a:p>
            <a:pPr marL="760095" lvl="1" indent="-380048"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 viability, scalability, and resource requirements.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 &amp; Risks</a:t>
            </a:r>
          </a:p>
          <a:p>
            <a:pPr marL="760095" lvl="1" indent="-380048"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Technical or operational obstacles and dependencies.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Mitigation Strategies</a:t>
            </a:r>
          </a:p>
          <a:p>
            <a:pPr marL="760095" lvl="1" indent="-380048"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Solutions to address risks, with contingency plans for 	smooth execution.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14648238" y="504323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2"/>
                </a:lnTo>
                <a:lnTo>
                  <a:pt x="0" y="155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23" y="248441"/>
            <a:ext cx="1811274" cy="1811274"/>
            <a:chOff x="0" y="0"/>
            <a:chExt cx="2415032" cy="241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5032" cy="2415032"/>
            </a:xfrm>
            <a:custGeom>
              <a:avLst/>
              <a:gdLst/>
              <a:ahLst/>
              <a:cxnLst/>
              <a:rect l="l" t="t" r="r" b="b"/>
              <a:pathLst>
                <a:path w="2415032" h="2415032">
                  <a:moveTo>
                    <a:pt x="0" y="0"/>
                  </a:moveTo>
                  <a:lnTo>
                    <a:pt x="2415032" y="0"/>
                  </a:lnTo>
                  <a:lnTo>
                    <a:pt x="2415032" y="2415032"/>
                  </a:lnTo>
                  <a:lnTo>
                    <a:pt x="0" y="241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43940" y="3464585"/>
            <a:ext cx="16517617" cy="336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on Target Audience</a:t>
            </a:r>
          </a:p>
          <a:p>
            <a:pPr marL="760095" lvl="1" indent="-380048"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	How the solution improves user experience, accessibility, or quality 		of life.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Benefits</a:t>
            </a:r>
          </a:p>
          <a:p>
            <a:pPr marL="760095" lvl="1" indent="-380048"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		Social, economic, environmental, and overall community advantages.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108447" y="296828"/>
            <a:ext cx="10071097" cy="1714500"/>
            <a:chOff x="0" y="0"/>
            <a:chExt cx="13428129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28134" cy="2286000"/>
            </a:xfrm>
            <a:custGeom>
              <a:avLst/>
              <a:gdLst/>
              <a:ahLst/>
              <a:cxnLst/>
              <a:rect l="l" t="t" r="r" b="b"/>
              <a:pathLst>
                <a:path w="13428134" h="2286000">
                  <a:moveTo>
                    <a:pt x="0" y="0"/>
                  </a:moveTo>
                  <a:lnTo>
                    <a:pt x="13428134" y="0"/>
                  </a:lnTo>
                  <a:lnTo>
                    <a:pt x="1342813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56" b="-644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2812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648238" y="504323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2"/>
                </a:lnTo>
                <a:lnTo>
                  <a:pt x="0" y="155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23" y="248441"/>
            <a:ext cx="1811274" cy="1811274"/>
            <a:chOff x="0" y="0"/>
            <a:chExt cx="2415032" cy="241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5032" cy="2415032"/>
            </a:xfrm>
            <a:custGeom>
              <a:avLst/>
              <a:gdLst/>
              <a:ahLst/>
              <a:cxnLst/>
              <a:rect l="l" t="t" r="r" b="b"/>
              <a:pathLst>
                <a:path w="2415032" h="2415032">
                  <a:moveTo>
                    <a:pt x="0" y="0"/>
                  </a:moveTo>
                  <a:lnTo>
                    <a:pt x="2415032" y="0"/>
                  </a:lnTo>
                  <a:lnTo>
                    <a:pt x="2415032" y="2415032"/>
                  </a:lnTo>
                  <a:lnTo>
                    <a:pt x="0" y="241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43940" y="3531260"/>
            <a:ext cx="16517617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365497" y="296828"/>
            <a:ext cx="11556997" cy="1714500"/>
            <a:chOff x="0" y="0"/>
            <a:chExt cx="15409329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09334" cy="2286000"/>
            </a:xfrm>
            <a:custGeom>
              <a:avLst/>
              <a:gdLst/>
              <a:ahLst/>
              <a:cxnLst/>
              <a:rect l="l" t="t" r="r" b="b"/>
              <a:pathLst>
                <a:path w="15409334" h="2286000">
                  <a:moveTo>
                    <a:pt x="0" y="0"/>
                  </a:moveTo>
                  <a:lnTo>
                    <a:pt x="15409334" y="0"/>
                  </a:lnTo>
                  <a:lnTo>
                    <a:pt x="1540933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343" b="-813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540932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4648238" y="504323"/>
            <a:ext cx="3355451" cy="1555391"/>
          </a:xfrm>
          <a:custGeom>
            <a:avLst/>
            <a:gdLst/>
            <a:ahLst/>
            <a:cxnLst/>
            <a:rect l="l" t="t" r="r" b="b"/>
            <a:pathLst>
              <a:path w="3355451" h="1555391">
                <a:moveTo>
                  <a:pt x="0" y="0"/>
                </a:moveTo>
                <a:lnTo>
                  <a:pt x="3355451" y="0"/>
                </a:lnTo>
                <a:lnTo>
                  <a:pt x="3355451" y="1555392"/>
                </a:lnTo>
                <a:lnTo>
                  <a:pt x="0" y="155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180</Words>
  <Application>Microsoft Office PowerPoint</Application>
  <PresentationFormat>Custom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 Bold</vt:lpstr>
      <vt:lpstr>Arimo</vt:lpstr>
      <vt:lpstr>Calibri (MS) Bold</vt:lpstr>
      <vt:lpstr>Arial</vt:lpstr>
      <vt:lpstr>Times New Roman Bold</vt:lpstr>
      <vt:lpstr>Calibri</vt:lpstr>
      <vt:lpstr>Arimo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Salina</dc:creator>
  <cp:lastModifiedBy>21182_Salina Tamboli_25-26</cp:lastModifiedBy>
  <cp:revision>4</cp:revision>
  <dcterms:created xsi:type="dcterms:W3CDTF">2006-08-16T00:00:00Z</dcterms:created>
  <dcterms:modified xsi:type="dcterms:W3CDTF">2026-02-06T15:40:33Z</dcterms:modified>
  <dc:identifier>DAHAdp_LJp0</dc:identifier>
</cp:coreProperties>
</file>